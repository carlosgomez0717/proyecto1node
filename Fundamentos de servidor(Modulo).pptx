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68" r:id="rId2"/>
    <p:sldId id="533" r:id="rId3"/>
    <p:sldId id="535" r:id="rId4"/>
    <p:sldId id="536" r:id="rId5"/>
    <p:sldId id="264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DAVID BENAVIDES SANCHEZ" initials="DDBS" lastIdx="1" clrIdx="0">
    <p:extLst>
      <p:ext uri="{19B8F6BF-5375-455C-9EA6-DF929625EA0E}">
        <p15:presenceInfo xmlns:p15="http://schemas.microsoft.com/office/powerpoint/2012/main" userId="DANIEL DAVID BENAVIDES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FFFF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0472C-E42D-409B-8C27-DB2E802EEC81}" v="33" dt="2022-10-19T17:09:1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86369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28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2509083" y="2292757"/>
            <a:ext cx="7175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Fundamentos de servidor http</a:t>
            </a:r>
            <a:endParaRPr lang="es-ES" sz="36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064021" y="3578275"/>
            <a:ext cx="6065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001" sz="3600" b="1" dirty="0">
                <a:solidFill>
                  <a:srgbClr val="38AA00"/>
                </a:solidFill>
                <a:latin typeface="Work Sans" pitchFamily="2" charset="77"/>
              </a:rPr>
              <a:t>Instructor:</a:t>
            </a:r>
          </a:p>
          <a:p>
            <a:pPr algn="ctr"/>
            <a:r>
              <a:rPr lang="en-001" sz="3600" b="1" dirty="0">
                <a:solidFill>
                  <a:srgbClr val="00324D"/>
                </a:solidFill>
                <a:latin typeface="Work Sans" pitchFamily="2" charset="77"/>
              </a:rPr>
              <a:t>Carlos Daniel Gomez Daza</a:t>
            </a:r>
            <a:endParaRPr lang="es-ES" sz="3600" b="1" dirty="0">
              <a:solidFill>
                <a:srgbClr val="00324D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 smtClean="0">
                <a:solidFill>
                  <a:schemeClr val="bg1"/>
                </a:solidFill>
              </a:rPr>
              <a:t>Servidor HTTP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41811" y="1582340"/>
            <a:ext cx="563540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 err="1"/>
              <a:t>Hypertext</a:t>
            </a:r>
            <a:r>
              <a:rPr lang="es-ES" dirty="0"/>
              <a:t> Transfer </a:t>
            </a:r>
            <a:r>
              <a:rPr lang="es-ES" dirty="0" err="1"/>
              <a:t>Protocol</a:t>
            </a:r>
            <a:r>
              <a:rPr lang="es-ES" dirty="0"/>
              <a:t>: El Protocolo de transferencia de hipertexto es el protocolo de comunicación que permite las transferencias de información en la </a:t>
            </a:r>
            <a:r>
              <a:rPr lang="es-ES" dirty="0" err="1"/>
              <a:t>World</a:t>
            </a:r>
            <a:r>
              <a:rPr lang="es-ES" dirty="0"/>
              <a:t> Wide Web.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Intercambia de información entre cliente y servidor.</a:t>
            </a:r>
          </a:p>
          <a:p>
            <a:pPr algn="just"/>
            <a:r>
              <a:rPr lang="es-ES" dirty="0"/>
              <a:t>El servidor queda a la espera de alguna solicitud HTTP ejecutada por el cliente y proporciona una respuesta.</a:t>
            </a:r>
          </a:p>
          <a:p>
            <a:pPr algn="just"/>
            <a:r>
              <a:rPr lang="es-ES" dirty="0"/>
              <a:t>Cuando visitamos un sitio web, hacemos una solicitud GET de HTTP, y el servidor nos devuelve por ejemplo un index.html con el sitio web.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Nosotros configuraremos estas respuestas en nuestro "servidor web o servidor http" con </a:t>
            </a:r>
            <a:r>
              <a:rPr lang="es-ES" dirty="0" err="1"/>
              <a:t>node.j</a:t>
            </a:r>
            <a:endParaRPr lang="es-CO" dirty="0"/>
          </a:p>
        </p:txBody>
      </p:sp>
      <p:sp>
        <p:nvSpPr>
          <p:cNvPr id="5" name="Rectángulo 4"/>
          <p:cNvSpPr/>
          <p:nvPr/>
        </p:nvSpPr>
        <p:spPr>
          <a:xfrm>
            <a:off x="6214783" y="1582340"/>
            <a:ext cx="5737731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400" b="1" dirty="0"/>
              <a:t>GET</a:t>
            </a:r>
          </a:p>
          <a:p>
            <a:pPr algn="just"/>
            <a:r>
              <a:rPr lang="es-ES" sz="1400" dirty="0"/>
              <a:t>El método GET solicita una representación de un recurso específico. Las peticiones que usan el método GET sólo deben recuperar datos.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POST</a:t>
            </a:r>
          </a:p>
          <a:p>
            <a:pPr algn="just"/>
            <a:r>
              <a:rPr lang="es-ES" sz="1400" dirty="0"/>
              <a:t>El método POST se utiliza para enviar una entidad a un recurso en específico, causando a menudo un cambio en el estado o efectos secundarios en el servidor.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PUT</a:t>
            </a:r>
          </a:p>
          <a:p>
            <a:pPr algn="just"/>
            <a:r>
              <a:rPr lang="es-ES" sz="1400" dirty="0"/>
              <a:t>El modo PUT reemplaza todas las representaciones actuales del recurso de destino con la carga útil de la petición.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DELETE</a:t>
            </a:r>
          </a:p>
          <a:p>
            <a:pPr algn="just"/>
            <a:r>
              <a:rPr lang="es-ES" sz="1400" dirty="0"/>
              <a:t>El método DELETE borra un recurso en específico.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CONNECT</a:t>
            </a:r>
          </a:p>
          <a:p>
            <a:pPr algn="just"/>
            <a:r>
              <a:rPr lang="es-ES" sz="1400" dirty="0"/>
              <a:t>El método CONNECT establece un túnel hacia el servidor identificado por el recurso.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39681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 smtClean="0">
                <a:solidFill>
                  <a:schemeClr val="bg1"/>
                </a:solidFill>
              </a:rPr>
              <a:t>Conexion con el servidor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237308" y="172084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 err="1"/>
              <a:t>const</a:t>
            </a:r>
            <a:r>
              <a:rPr lang="es-CO" dirty="0"/>
              <a:t> http = </a:t>
            </a:r>
            <a:r>
              <a:rPr lang="es-CO" dirty="0" err="1"/>
              <a:t>require</a:t>
            </a:r>
            <a:r>
              <a:rPr lang="es-CO" dirty="0"/>
              <a:t>("http");</a:t>
            </a:r>
          </a:p>
          <a:p>
            <a:endParaRPr lang="es-CO" dirty="0"/>
          </a:p>
          <a:p>
            <a:r>
              <a:rPr lang="es-CO" dirty="0" err="1"/>
              <a:t>const</a:t>
            </a:r>
            <a:r>
              <a:rPr lang="es-CO" dirty="0"/>
              <a:t> server = </a:t>
            </a:r>
            <a:r>
              <a:rPr lang="es-CO" dirty="0" err="1"/>
              <a:t>http.createServer</a:t>
            </a:r>
            <a:r>
              <a:rPr lang="es-CO" dirty="0"/>
              <a:t>((</a:t>
            </a:r>
            <a:r>
              <a:rPr lang="es-CO" dirty="0" err="1"/>
              <a:t>req</a:t>
            </a:r>
            <a:r>
              <a:rPr lang="es-CO" dirty="0"/>
              <a:t>, res) =&gt; {</a:t>
            </a:r>
          </a:p>
          <a:p>
            <a:r>
              <a:rPr lang="es-CO" dirty="0"/>
              <a:t>  console.log("respuesta de la solicitud");</a:t>
            </a:r>
          </a:p>
          <a:p>
            <a:r>
              <a:rPr lang="es-CO" dirty="0"/>
              <a:t>  </a:t>
            </a:r>
            <a:r>
              <a:rPr lang="es-CO" dirty="0" err="1"/>
              <a:t>res.end</a:t>
            </a:r>
            <a:r>
              <a:rPr lang="es-CO" dirty="0"/>
              <a:t>("Te envío un saludo desde el servidor con node.js");</a:t>
            </a:r>
          </a:p>
          <a:p>
            <a:r>
              <a:rPr lang="es-CO" dirty="0"/>
              <a:t>});</a:t>
            </a:r>
          </a:p>
          <a:p>
            <a:endParaRPr lang="es-CO" dirty="0"/>
          </a:p>
          <a:p>
            <a:r>
              <a:rPr lang="es-CO" dirty="0" err="1"/>
              <a:t>const</a:t>
            </a:r>
            <a:r>
              <a:rPr lang="es-CO" dirty="0"/>
              <a:t> puerto = 3000;</a:t>
            </a:r>
          </a:p>
          <a:p>
            <a:endParaRPr lang="es-CO" dirty="0"/>
          </a:p>
          <a:p>
            <a:r>
              <a:rPr lang="es-CO" dirty="0" err="1"/>
              <a:t>server.listen</a:t>
            </a:r>
            <a:r>
              <a:rPr lang="es-CO" dirty="0"/>
              <a:t>(puerto, () =&gt; {</a:t>
            </a:r>
          </a:p>
          <a:p>
            <a:r>
              <a:rPr lang="es-CO" dirty="0"/>
              <a:t>  console.log("Escuchando solicitud");</a:t>
            </a:r>
          </a:p>
          <a:p>
            <a:r>
              <a:rPr lang="es-CO" dirty="0"/>
              <a:t>});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/>
          <a:srcRect l="17531" t="-4811"/>
          <a:stretch/>
        </p:blipFill>
        <p:spPr>
          <a:xfrm>
            <a:off x="6116500" y="1808721"/>
            <a:ext cx="5828483" cy="1347732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108" y="3984088"/>
            <a:ext cx="6267901" cy="144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23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 smtClean="0">
                <a:solidFill>
                  <a:schemeClr val="bg1"/>
                </a:solidFill>
              </a:rPr>
              <a:t>Nodemon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30926" y="1872946"/>
            <a:ext cx="53514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2C3E50"/>
                </a:solidFill>
                <a:latin typeface="-apple-system"/>
              </a:rPr>
              <a:t>Esta herramienta se instala a través de </a:t>
            </a:r>
            <a:r>
              <a:rPr lang="es-ES" dirty="0" err="1">
                <a:solidFill>
                  <a:srgbClr val="2C3E50"/>
                </a:solidFill>
                <a:latin typeface="-apple-system"/>
              </a:rPr>
              <a:t>npm</a:t>
            </a:r>
            <a:r>
              <a:rPr lang="es-ES" dirty="0">
                <a:solidFill>
                  <a:srgbClr val="2C3E50"/>
                </a:solidFill>
                <a:latin typeface="-apple-system"/>
              </a:rPr>
              <a:t> y nos sirve para estar escuchando cambios en nuestra configuración de node.js y reinicia automáticamente el servidor.</a:t>
            </a:r>
            <a:endParaRPr lang="es-CO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r="27984"/>
          <a:stretch/>
        </p:blipFill>
        <p:spPr>
          <a:xfrm>
            <a:off x="330926" y="3004066"/>
            <a:ext cx="5233851" cy="121920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r="28034"/>
          <a:stretch/>
        </p:blipFill>
        <p:spPr>
          <a:xfrm>
            <a:off x="411888" y="4344583"/>
            <a:ext cx="5113701" cy="106680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560" y="1810735"/>
            <a:ext cx="2974657" cy="105212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343" y="3310922"/>
            <a:ext cx="6484446" cy="97893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228" y="5122545"/>
            <a:ext cx="38766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77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7313</TotalTime>
  <Words>301</Words>
  <Application>Microsoft Office PowerPoint</Application>
  <PresentationFormat>Panorámica</PresentationFormat>
  <Paragraphs>44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Work Sans</vt:lpstr>
      <vt:lpstr>Tema de Office</vt:lpstr>
      <vt:lpstr>Presentación de PowerPoint</vt:lpstr>
      <vt:lpstr>Servidor HTTP</vt:lpstr>
      <vt:lpstr>Conexion con el servidor</vt:lpstr>
      <vt:lpstr>Nodemon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</cp:lastModifiedBy>
  <cp:revision>139</cp:revision>
  <dcterms:created xsi:type="dcterms:W3CDTF">2020-10-01T23:51:28Z</dcterms:created>
  <dcterms:modified xsi:type="dcterms:W3CDTF">2023-10-17T23:44:07Z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