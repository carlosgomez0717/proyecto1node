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68" r:id="rId2"/>
    <p:sldId id="533" r:id="rId3"/>
    <p:sldId id="534" r:id="rId4"/>
    <p:sldId id="535" r:id="rId5"/>
    <p:sldId id="536" r:id="rId6"/>
    <p:sldId id="537" r:id="rId7"/>
    <p:sldId id="538" r:id="rId8"/>
    <p:sldId id="539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86369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942" y="2201317"/>
            <a:ext cx="6453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Introduccion a Node.JS</a:t>
            </a:r>
            <a:endParaRPr lang="es-ES" sz="36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>
                <a:solidFill>
                  <a:schemeClr val="bg1"/>
                </a:solidFill>
              </a:rPr>
              <a:t>Introduccion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3B78A5F-FD65-952A-B4E5-5AE0979751BB}"/>
              </a:ext>
            </a:extLst>
          </p:cNvPr>
          <p:cNvSpPr txBox="1">
            <a:spLocks/>
          </p:cNvSpPr>
          <p:nvPr/>
        </p:nvSpPr>
        <p:spPr>
          <a:xfrm>
            <a:off x="426220" y="1706882"/>
            <a:ext cx="5068888" cy="27720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2400" dirty="0"/>
              <a:t>Node.js es un entorno del lado del servidor construido sobre el motor JavaScript de Google Chrome (motor V8). </a:t>
            </a:r>
          </a:p>
          <a:p>
            <a:pPr algn="just"/>
            <a:r>
              <a:rPr lang="es-MX" sz="2400" dirty="0"/>
              <a:t>Node.js fue desarrollado por </a:t>
            </a:r>
            <a:r>
              <a:rPr lang="es-MX" sz="2400" dirty="0" err="1"/>
              <a:t>Ryan</a:t>
            </a:r>
            <a:r>
              <a:rPr lang="es-MX" sz="2400" dirty="0"/>
              <a:t> </a:t>
            </a:r>
            <a:r>
              <a:rPr lang="es-MX" sz="2400" dirty="0" err="1"/>
              <a:t>Dahl</a:t>
            </a:r>
            <a:r>
              <a:rPr lang="es-MX" sz="2400" dirty="0"/>
              <a:t> en 2009 </a:t>
            </a:r>
            <a:endParaRPr lang="en-001" sz="2400" dirty="0"/>
          </a:p>
          <a:p>
            <a:pPr algn="just"/>
            <a:r>
              <a:rPr lang="es-MX" sz="2400" dirty="0"/>
              <a:t>Las aplicaciones de Node.js están escritas en JavaScript y se pueden ejecutar dentro del entorno de ejecución de Node.js en OS X, Microsoft Windows y Linux</a:t>
            </a:r>
            <a:r>
              <a:rPr lang="es-MX" dirty="0"/>
              <a:t>.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552" y="2267333"/>
            <a:ext cx="4475254" cy="29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bg1"/>
                </a:solidFill>
              </a:rPr>
              <a:t>¿Qué es Node.js?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552" y="2267333"/>
            <a:ext cx="4475254" cy="297807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E9A4521-4A87-F1F9-7D1E-267781E8A6C3}"/>
              </a:ext>
            </a:extLst>
          </p:cNvPr>
          <p:cNvSpPr txBox="1">
            <a:spLocks/>
          </p:cNvSpPr>
          <p:nvPr/>
        </p:nvSpPr>
        <p:spPr>
          <a:xfrm>
            <a:off x="485503" y="1621473"/>
            <a:ext cx="5139017" cy="4513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es un entorno de servidor de código abierto.</a:t>
            </a: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le permite ejecutar JavaScript en el servidor.</a:t>
            </a: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Node.js </a:t>
            </a:r>
            <a:r>
              <a:rPr lang="en-US" sz="2800" dirty="0" err="1">
                <a:solidFill>
                  <a:schemeClr val="tx1"/>
                </a:solidFill>
                <a:latin typeface="Work Sans" pitchFamily="2" charset="0"/>
              </a:rPr>
              <a:t>es</a:t>
            </a: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 </a:t>
            </a:r>
            <a:r>
              <a:rPr lang="en-001" sz="2800" dirty="0">
                <a:solidFill>
                  <a:schemeClr val="tx1"/>
                </a:solidFill>
                <a:latin typeface="Work Sans" pitchFamily="2" charset="0"/>
              </a:rPr>
              <a:t>libre</a:t>
            </a:r>
            <a:endParaRPr lang="en-US" sz="2800" dirty="0">
              <a:solidFill>
                <a:schemeClr val="tx1"/>
              </a:solidFill>
              <a:latin typeface="Work Sans" pitchFamily="2" charset="0"/>
            </a:endParaRP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Node.js se </a:t>
            </a:r>
            <a:r>
              <a:rPr lang="en-US" sz="2800" dirty="0" err="1">
                <a:solidFill>
                  <a:schemeClr val="tx1"/>
                </a:solidFill>
                <a:latin typeface="Work Sans" pitchFamily="2" charset="0"/>
              </a:rPr>
              <a:t>ejecuta</a:t>
            </a: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Work Sans" pitchFamily="2" charset="0"/>
              </a:rPr>
              <a:t>en</a:t>
            </a: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Work Sans" pitchFamily="2" charset="0"/>
              </a:rPr>
              <a:t>varias</a:t>
            </a: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Work Sans" pitchFamily="2" charset="0"/>
              </a:rPr>
              <a:t>plataformas</a:t>
            </a:r>
            <a:r>
              <a:rPr lang="en-US" sz="2800" dirty="0">
                <a:solidFill>
                  <a:schemeClr val="tx1"/>
                </a:solidFill>
                <a:latin typeface="Work Sans" pitchFamily="2" charset="0"/>
              </a:rPr>
              <a:t> (Windows, Linux, Unix, Mac OS X, etc.)</a:t>
            </a:r>
          </a:p>
        </p:txBody>
      </p:sp>
    </p:spTree>
    <p:extLst>
      <p:ext uri="{BB962C8B-B14F-4D97-AF65-F5344CB8AC3E}">
        <p14:creationId xmlns:p14="http://schemas.microsoft.com/office/powerpoint/2010/main" val="166572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¿Qué es lo que Node.js puede hacer?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552" y="2267333"/>
            <a:ext cx="4475254" cy="297807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9A4521-4A87-F1F9-7D1E-267781E8A6C3}"/>
              </a:ext>
            </a:extLst>
          </p:cNvPr>
          <p:cNvSpPr txBox="1">
            <a:spLocks/>
          </p:cNvSpPr>
          <p:nvPr/>
        </p:nvSpPr>
        <p:spPr>
          <a:xfrm>
            <a:off x="446316" y="1699850"/>
            <a:ext cx="5868352" cy="4513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puede generar contenido de página dinámico</a:t>
            </a: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puede crear, abrir, leer, escribir, eliminar y cerrar archivos en el servidor</a:t>
            </a: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puede recopilar datos de formulario</a:t>
            </a:r>
          </a:p>
          <a:p>
            <a:pPr marL="457200" indent="-457200">
              <a:buClr>
                <a:srgbClr val="39A900"/>
              </a:buClr>
              <a:buFont typeface="Wingdings" panose="05000000000000000000" pitchFamily="2" charset="2"/>
              <a:buChar char="ü"/>
            </a:pPr>
            <a:r>
              <a:rPr lang="es-MX" sz="2800" dirty="0">
                <a:solidFill>
                  <a:schemeClr val="tx1"/>
                </a:solidFill>
                <a:latin typeface="Work Sans" pitchFamily="2" charset="0"/>
              </a:rPr>
              <a:t>Node.js puede agregar, eliminar, modificar datos en su base de datos</a:t>
            </a:r>
            <a:endParaRPr lang="en-US" sz="2800" dirty="0">
              <a:solidFill>
                <a:schemeClr val="tx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6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>
                <a:solidFill>
                  <a:schemeClr val="bg1"/>
                </a:solidFill>
              </a:rPr>
              <a:t>Descarga e instalacion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61F317C-7354-4940-0B09-286FEAB9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41" y="1664730"/>
            <a:ext cx="8303165" cy="466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6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>
                <a:solidFill>
                  <a:schemeClr val="bg1"/>
                </a:solidFill>
              </a:rPr>
              <a:t>Descarga e instalacion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81" y="1606098"/>
            <a:ext cx="8891803" cy="500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2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>
                <a:solidFill>
                  <a:schemeClr val="bg1"/>
                </a:solidFill>
              </a:rPr>
              <a:t>Descarga e instalacion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63" y="1902687"/>
            <a:ext cx="6409508" cy="381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8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>
                <a:solidFill>
                  <a:schemeClr val="bg1"/>
                </a:solidFill>
              </a:rPr>
              <a:t>Crear primer programa en node js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E9A4521-4A87-F1F9-7D1E-267781E8A6C3}"/>
              </a:ext>
            </a:extLst>
          </p:cNvPr>
          <p:cNvSpPr txBox="1">
            <a:spLocks/>
          </p:cNvSpPr>
          <p:nvPr/>
        </p:nvSpPr>
        <p:spPr>
          <a:xfrm>
            <a:off x="446316" y="1699850"/>
            <a:ext cx="5868352" cy="4513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Clr>
                <a:srgbClr val="39A900"/>
              </a:buClr>
              <a:buFont typeface="+mj-lt"/>
              <a:buAutoNum type="arabicPeriod"/>
            </a:pPr>
            <a:r>
              <a:rPr lang="en-001" sz="2400" dirty="0">
                <a:solidFill>
                  <a:schemeClr val="tx1"/>
                </a:solidFill>
                <a:latin typeface="Work Sans" pitchFamily="2" charset="0"/>
              </a:rPr>
              <a:t>Crear carpeta para almacenar los archivos de node js.</a:t>
            </a:r>
          </a:p>
          <a:p>
            <a:pPr marL="514350" indent="-514350">
              <a:buClr>
                <a:srgbClr val="39A900"/>
              </a:buClr>
              <a:buFont typeface="+mj-lt"/>
              <a:buAutoNum type="arabicPeriod"/>
            </a:pPr>
            <a:r>
              <a:rPr lang="en-001" sz="2400" dirty="0">
                <a:solidFill>
                  <a:schemeClr val="tx1"/>
                </a:solidFill>
                <a:latin typeface="Work Sans" pitchFamily="2" charset="0"/>
              </a:rPr>
              <a:t>Ir a visual studio code y conectar con la terminal sea (Powershell o cmd).</a:t>
            </a:r>
          </a:p>
          <a:p>
            <a:pPr marL="514350" indent="-514350">
              <a:buClr>
                <a:srgbClr val="39A900"/>
              </a:buClr>
              <a:buFont typeface="+mj-lt"/>
              <a:buAutoNum type="arabicPeriod"/>
            </a:pPr>
            <a:r>
              <a:rPr lang="en-001" sz="2400" dirty="0">
                <a:solidFill>
                  <a:schemeClr val="tx1"/>
                </a:solidFill>
                <a:latin typeface="Work Sans" pitchFamily="2" charset="0"/>
              </a:rPr>
              <a:t>Abrir carpeta  creada en el paso (1.), y crear “index.js)</a:t>
            </a:r>
          </a:p>
          <a:p>
            <a:pPr marL="514350" indent="-514350">
              <a:buClr>
                <a:srgbClr val="39A900"/>
              </a:buClr>
              <a:buFont typeface="+mj-lt"/>
              <a:buAutoNum type="arabicPeriod"/>
            </a:pPr>
            <a:r>
              <a:rPr lang="en-001" sz="2400" dirty="0">
                <a:solidFill>
                  <a:schemeClr val="tx1"/>
                </a:solidFill>
                <a:latin typeface="Work Sans" pitchFamily="2" charset="0"/>
              </a:rPr>
              <a:t>Agregar el siguiente codigo: </a:t>
            </a:r>
            <a:r>
              <a:rPr lang="es-CO" sz="2400" dirty="0">
                <a:solidFill>
                  <a:schemeClr val="tx1"/>
                </a:solidFill>
                <a:latin typeface="Work Sans" pitchFamily="2" charset="0"/>
              </a:rPr>
              <a:t>console.log('Hola mundo');</a:t>
            </a:r>
            <a:endParaRPr lang="en-001" sz="2400" dirty="0">
              <a:solidFill>
                <a:schemeClr val="tx1"/>
              </a:solidFill>
              <a:latin typeface="Work Sans" pitchFamily="2" charset="0"/>
            </a:endParaRPr>
          </a:p>
          <a:p>
            <a:pPr marL="514350" indent="-514350">
              <a:buClr>
                <a:srgbClr val="39A900"/>
              </a:buClr>
              <a:buFont typeface="+mj-lt"/>
              <a:buAutoNum type="arabicPeriod"/>
            </a:pPr>
            <a:r>
              <a:rPr lang="en-001" sz="2400" dirty="0">
                <a:solidFill>
                  <a:schemeClr val="tx1"/>
                </a:solidFill>
                <a:latin typeface="Work Sans" pitchFamily="2" charset="0"/>
              </a:rPr>
              <a:t>Colocar en la terminal node index.js para su ejecucion</a:t>
            </a:r>
            <a:endParaRPr lang="es-MX" sz="2400" dirty="0">
              <a:solidFill>
                <a:schemeClr val="tx1"/>
              </a:solidFill>
              <a:latin typeface="Work Sans" pitchFamily="2" charset="0"/>
            </a:endParaRPr>
          </a:p>
          <a:p>
            <a:pPr>
              <a:buClr>
                <a:srgbClr val="39A900"/>
              </a:buClr>
            </a:pPr>
            <a:endParaRPr lang="en-US" sz="2800" dirty="0">
              <a:solidFill>
                <a:schemeClr val="tx1"/>
              </a:solidFill>
              <a:latin typeface="Work Sans" pitchFamily="2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r="22578"/>
          <a:stretch/>
        </p:blipFill>
        <p:spPr>
          <a:xfrm>
            <a:off x="6554417" y="1875028"/>
            <a:ext cx="4538125" cy="41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5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7134</TotalTime>
  <Words>282</Words>
  <Application>Microsoft Office PowerPoint</Application>
  <PresentationFormat>Panorámica</PresentationFormat>
  <Paragraphs>34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Work Sans</vt:lpstr>
      <vt:lpstr>Tema de Office</vt:lpstr>
      <vt:lpstr>Presentación de PowerPoint</vt:lpstr>
      <vt:lpstr>Introduccion</vt:lpstr>
      <vt:lpstr>¿Qué es Node.js?</vt:lpstr>
      <vt:lpstr>¿Qué es lo que Node.js puede hacer?</vt:lpstr>
      <vt:lpstr>Descarga e instalacion</vt:lpstr>
      <vt:lpstr>Descarga e instalacion</vt:lpstr>
      <vt:lpstr>Descarga e instalacion</vt:lpstr>
      <vt:lpstr>Crear primer programa en node js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122</cp:revision>
  <dcterms:created xsi:type="dcterms:W3CDTF">2020-10-01T23:51:28Z</dcterms:created>
  <dcterms:modified xsi:type="dcterms:W3CDTF">2025-11-04T15:31:20Z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